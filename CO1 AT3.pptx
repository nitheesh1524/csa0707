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2" r:id="rId5"/>
    <p:sldId id="264" r:id="rId6"/>
    <p:sldId id="270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91" y="3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 !" userId="3ae2690f9f69c596" providerId="LiveId" clId="{659CC12D-5304-44A2-9318-07D14F84250E}"/>
    <pc:docChg chg="modSld">
      <pc:chgData name="Giri !" userId="3ae2690f9f69c596" providerId="LiveId" clId="{659CC12D-5304-44A2-9318-07D14F84250E}" dt="2026-07-28T08:32:16.022" v="12" actId="20577"/>
      <pc:docMkLst>
        <pc:docMk/>
      </pc:docMkLst>
      <pc:sldChg chg="modSp mod">
        <pc:chgData name="Giri !" userId="3ae2690f9f69c596" providerId="LiveId" clId="{659CC12D-5304-44A2-9318-07D14F84250E}" dt="2026-07-28T08:32:16.022" v="12" actId="20577"/>
        <pc:sldMkLst>
          <pc:docMk/>
          <pc:sldMk cId="0" sldId="256"/>
        </pc:sldMkLst>
        <pc:spChg chg="mod">
          <ac:chgData name="Giri !" userId="3ae2690f9f69c596" providerId="LiveId" clId="{659CC12D-5304-44A2-9318-07D14F84250E}" dt="2026-07-28T08:31:45.589" v="6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Giri !" userId="3ae2690f9f69c596" providerId="LiveId" clId="{659CC12D-5304-44A2-9318-07D14F84250E}" dt="2026-07-28T08:32:16.022" v="12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73426" y="431114"/>
            <a:ext cx="6410832" cy="944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39848" y="1712086"/>
            <a:ext cx="8364855" cy="4754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4" y="920624"/>
            <a:ext cx="5323935" cy="9033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36764" y="808537"/>
            <a:ext cx="4056887" cy="8612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0388" y="94488"/>
            <a:ext cx="2133600" cy="17663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27858" y="2128519"/>
            <a:ext cx="757999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3670">
              <a:lnSpc>
                <a:spcPct val="100000"/>
              </a:lnSpc>
              <a:spcBef>
                <a:spcPts val="95"/>
              </a:spcBef>
              <a:tabLst>
                <a:tab pos="4270375" algn="l"/>
              </a:tabLst>
            </a:pPr>
            <a:r>
              <a:rPr sz="2800" spc="110" dirty="0"/>
              <a:t>SAVEETHA</a:t>
            </a:r>
            <a:r>
              <a:rPr sz="2800" spc="-125" dirty="0"/>
              <a:t> </a:t>
            </a:r>
            <a:r>
              <a:rPr sz="2800" spc="-50" dirty="0"/>
              <a:t>INSTITUTE</a:t>
            </a:r>
            <a:r>
              <a:rPr sz="2800" spc="-114" dirty="0"/>
              <a:t> </a:t>
            </a:r>
            <a:r>
              <a:rPr sz="2800" spc="110" dirty="0"/>
              <a:t>OF</a:t>
            </a:r>
            <a:r>
              <a:rPr sz="2800" spc="-165" dirty="0"/>
              <a:t> </a:t>
            </a:r>
            <a:r>
              <a:rPr sz="2800" dirty="0"/>
              <a:t>MEDICAL</a:t>
            </a:r>
            <a:r>
              <a:rPr sz="2800" spc="-130" dirty="0"/>
              <a:t> </a:t>
            </a:r>
            <a:r>
              <a:rPr sz="2800" spc="-25" dirty="0"/>
              <a:t>AND </a:t>
            </a:r>
            <a:r>
              <a:rPr sz="2800" dirty="0"/>
              <a:t>TECHNICAL</a:t>
            </a:r>
            <a:r>
              <a:rPr sz="2800" spc="105" dirty="0"/>
              <a:t> </a:t>
            </a:r>
            <a:r>
              <a:rPr sz="2800" spc="-10" dirty="0"/>
              <a:t>SCIENCES</a:t>
            </a:r>
            <a:r>
              <a:rPr sz="2800" dirty="0"/>
              <a:t>	</a:t>
            </a:r>
            <a:r>
              <a:rPr sz="2800" spc="-20" dirty="0"/>
              <a:t>CHENNAI</a:t>
            </a:r>
            <a:r>
              <a:rPr sz="2800" spc="-150" dirty="0"/>
              <a:t> </a:t>
            </a:r>
            <a:r>
              <a:rPr sz="2800" spc="-215" dirty="0"/>
              <a:t>-</a:t>
            </a:r>
            <a:r>
              <a:rPr sz="2800" spc="-145" dirty="0"/>
              <a:t> </a:t>
            </a:r>
            <a:r>
              <a:rPr sz="2800" spc="-65" dirty="0"/>
              <a:t>602105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8610600" y="4952232"/>
            <a:ext cx="3392804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100" dirty="0">
                <a:latin typeface="Tahoma"/>
                <a:cs typeface="Tahoma"/>
              </a:rPr>
              <a:t>PRESENTED BY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100" dirty="0">
                <a:latin typeface="Tahoma"/>
                <a:cs typeface="Tahoma"/>
              </a:rPr>
              <a:t>NITHEESH 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100" dirty="0">
                <a:latin typeface="Tahoma"/>
                <a:cs typeface="Tahoma"/>
              </a:rPr>
              <a:t>192524329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222" y="3489582"/>
            <a:ext cx="1113726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8917940" algn="l"/>
              </a:tabLst>
            </a:pPr>
            <a:r>
              <a:rPr lang="en-GB" sz="4400" spc="-25" dirty="0">
                <a:latin typeface="Times New Roman"/>
                <a:cs typeface="Times New Roman"/>
              </a:rPr>
              <a:t>Artificial Intelligence for Network Traffic Management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927" y="5149722"/>
            <a:ext cx="328747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Tahoma"/>
                <a:cs typeface="Tahoma"/>
              </a:rPr>
              <a:t>Guided</a:t>
            </a:r>
            <a:r>
              <a:rPr sz="1800" b="1" spc="-9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by: </a:t>
            </a:r>
            <a:r>
              <a:rPr sz="1800" b="1" spc="-10" dirty="0">
                <a:latin typeface="Tahoma"/>
                <a:cs typeface="Tahoma"/>
              </a:rPr>
              <a:t>Dr.</a:t>
            </a:r>
            <a:r>
              <a:rPr lang="en-IN" sz="1800" b="1" spc="-10">
                <a:latin typeface="Tahoma"/>
                <a:cs typeface="Tahoma"/>
              </a:rPr>
              <a:t> </a:t>
            </a:r>
            <a:r>
              <a:rPr lang="en-IN" b="1" spc="-10">
                <a:latin typeface="Tahoma"/>
                <a:cs typeface="Tahoma"/>
              </a:rPr>
              <a:t>R. </a:t>
            </a:r>
            <a:r>
              <a:rPr lang="en-IN" b="1" spc="-10" dirty="0">
                <a:latin typeface="Tahoma"/>
                <a:cs typeface="Tahoma"/>
              </a:rPr>
              <a:t>Shankar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75" rIns="0" bIns="0" rtlCol="0">
            <a:spAutoFit/>
          </a:bodyPr>
          <a:lstStyle/>
          <a:p>
            <a:pPr marL="134366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8113" y="1975484"/>
            <a:ext cx="9155430" cy="4497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indent="-304800">
              <a:lnSpc>
                <a:spcPct val="15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31559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Network traffic management controls the flow of data in a network.</a:t>
            </a:r>
          </a:p>
          <a:p>
            <a:pPr marL="315595" indent="-304800">
              <a:lnSpc>
                <a:spcPct val="15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31559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Traditional methods may struggle with heavy traffic and sudden congestion.</a:t>
            </a:r>
          </a:p>
          <a:p>
            <a:pPr marL="315595" indent="-304800">
              <a:lnSpc>
                <a:spcPct val="15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31559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Artificial Intelligence (AI) helps monitor, </a:t>
            </a:r>
            <a:r>
              <a:rPr lang="en-IN" sz="2800" dirty="0" err="1">
                <a:latin typeface="Times New Roman"/>
                <a:cs typeface="Times New Roman"/>
              </a:rPr>
              <a:t>analyze</a:t>
            </a:r>
            <a:r>
              <a:rPr lang="en-IN" sz="2800" dirty="0">
                <a:latin typeface="Times New Roman"/>
                <a:cs typeface="Times New Roman"/>
              </a:rPr>
              <a:t>, and manage network traffic intelligently.</a:t>
            </a:r>
          </a:p>
          <a:p>
            <a:pPr marL="315595" indent="-304800">
              <a:lnSpc>
                <a:spcPct val="15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315595" algn="l"/>
              </a:tabLst>
            </a:pPr>
            <a:r>
              <a:rPr lang="en-IN" sz="2800" dirty="0">
                <a:latin typeface="Times New Roman"/>
                <a:cs typeface="Times New Roman"/>
              </a:rPr>
              <a:t>AI improves network performance and reduces delays.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9964" y="490727"/>
            <a:ext cx="1309116" cy="13091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379" y="294131"/>
            <a:ext cx="1524000" cy="13091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914400"/>
            <a:ext cx="821100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pc="80" dirty="0"/>
              <a:t>Role of AI in Network Traffic Management</a:t>
            </a:r>
            <a:endParaRPr spc="80" dirty="0"/>
          </a:p>
        </p:txBody>
      </p:sp>
      <p:sp>
        <p:nvSpPr>
          <p:cNvPr id="3" name="object 3"/>
          <p:cNvSpPr txBox="1"/>
          <p:nvPr/>
        </p:nvSpPr>
        <p:spPr>
          <a:xfrm>
            <a:off x="555447" y="2624073"/>
            <a:ext cx="10398760" cy="25591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31140">
              <a:lnSpc>
                <a:spcPct val="15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241300" algn="l"/>
                <a:tab pos="314960" algn="l"/>
              </a:tabLst>
            </a:pPr>
            <a:r>
              <a:rPr lang="en-GB" sz="2800" spc="-45" dirty="0">
                <a:latin typeface="Times New Roman"/>
                <a:cs typeface="Times New Roman"/>
              </a:rPr>
              <a:t>AI </a:t>
            </a:r>
            <a:r>
              <a:rPr lang="en-GB" sz="2800" spc="-45" dirty="0" err="1">
                <a:latin typeface="Times New Roman"/>
                <a:cs typeface="Times New Roman"/>
              </a:rPr>
              <a:t>analyzes</a:t>
            </a:r>
            <a:r>
              <a:rPr lang="en-GB" sz="2800" spc="-45" dirty="0">
                <a:latin typeface="Times New Roman"/>
                <a:cs typeface="Times New Roman"/>
              </a:rPr>
              <a:t> real-time network traffic data.</a:t>
            </a:r>
          </a:p>
          <a:p>
            <a:pPr marL="241300" marR="5080" indent="-231140">
              <a:lnSpc>
                <a:spcPct val="15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241300" algn="l"/>
                <a:tab pos="314960" algn="l"/>
              </a:tabLst>
            </a:pPr>
            <a:r>
              <a:rPr lang="en-GB" sz="2800" spc="-45" dirty="0">
                <a:latin typeface="Times New Roman"/>
                <a:cs typeface="Times New Roman"/>
              </a:rPr>
              <a:t>It detects congestion, unusual traffic, and network failures.</a:t>
            </a:r>
          </a:p>
          <a:p>
            <a:pPr marL="241300" marR="5080" indent="-231140">
              <a:lnSpc>
                <a:spcPct val="15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241300" algn="l"/>
                <a:tab pos="314960" algn="l"/>
              </a:tabLst>
            </a:pPr>
            <a:r>
              <a:rPr lang="en-GB" sz="2800" spc="-45" dirty="0">
                <a:latin typeface="Times New Roman"/>
                <a:cs typeface="Times New Roman"/>
              </a:rPr>
              <a:t>Machine Learning (ML) can predict future traffic patterns.</a:t>
            </a:r>
          </a:p>
          <a:p>
            <a:pPr marL="241300" marR="5080" indent="-231140">
              <a:lnSpc>
                <a:spcPct val="150000"/>
              </a:lnSpc>
              <a:spcBef>
                <a:spcPts val="100"/>
              </a:spcBef>
              <a:buSzPct val="96666"/>
              <a:buFont typeface="Wingdings"/>
              <a:buChar char=""/>
              <a:tabLst>
                <a:tab pos="241300" algn="l"/>
                <a:tab pos="314960" algn="l"/>
              </a:tabLst>
            </a:pPr>
            <a:r>
              <a:rPr lang="en-GB" sz="2800" spc="-45" dirty="0">
                <a:latin typeface="Times New Roman"/>
                <a:cs typeface="Times New Roman"/>
              </a:rPr>
              <a:t>AI automatically makes decisions to optimize data flow.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472928" y="0"/>
            <a:ext cx="1309370" cy="1315720"/>
            <a:chOff x="10472928" y="0"/>
            <a:chExt cx="1309370" cy="13157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2928" y="6095"/>
              <a:ext cx="1309116" cy="13091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2928" y="0"/>
              <a:ext cx="1309116" cy="115214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79" y="30480"/>
            <a:ext cx="1524000" cy="1309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900" y="6551168"/>
            <a:ext cx="6153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80" dirty="0">
                <a:latin typeface="Verdana"/>
                <a:cs typeface="Verdana"/>
              </a:rPr>
              <a:t>11/14/2025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93677" y="6551168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Verdana"/>
                <a:cs typeface="Verdana"/>
              </a:rPr>
              <a:t>7</a:t>
            </a:r>
            <a:endParaRPr sz="9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3" y="91439"/>
            <a:ext cx="1524000" cy="13091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3868" y="0"/>
            <a:ext cx="1307592" cy="124663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800" y="918006"/>
            <a:ext cx="65951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70" dirty="0"/>
              <a:t>Benefits</a:t>
            </a:r>
            <a:endParaRPr spc="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499CD8-9816-CD6A-943C-5BB88685F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953736"/>
            <a:ext cx="9131300" cy="41019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7506" y="882892"/>
            <a:ext cx="6410832" cy="640610"/>
          </a:xfrm>
          <a:prstGeom prst="rect">
            <a:avLst/>
          </a:prstGeom>
        </p:spPr>
        <p:txBody>
          <a:bodyPr vert="horz" wrap="square" lIns="0" tIns="85775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Conclusion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19200" y="2362200"/>
            <a:ext cx="8667750" cy="3851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 indent="-244475">
              <a:lnSpc>
                <a:spcPct val="15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lang="en-GB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provides intelligent and automated network traffic management.</a:t>
            </a:r>
          </a:p>
          <a:p>
            <a:pPr marL="254635" indent="-244475">
              <a:lnSpc>
                <a:spcPct val="15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lang="en-GB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networks become faster, more reliable, and secure.</a:t>
            </a:r>
          </a:p>
          <a:p>
            <a:pPr marL="254635" indent="-244475">
              <a:lnSpc>
                <a:spcPct val="15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lang="en-GB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systems can predict problems before they occur.</a:t>
            </a:r>
          </a:p>
          <a:p>
            <a:pPr marL="254635" indent="-244475">
              <a:lnSpc>
                <a:spcPct val="15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lang="en-GB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AI will play an important role in managing large and complex networks.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9964" y="490727"/>
            <a:ext cx="1309116" cy="13091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763" y="548640"/>
            <a:ext cx="1524000" cy="13091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9922" y="1361948"/>
            <a:ext cx="6962140" cy="4370705"/>
          </a:xfrm>
          <a:prstGeom prst="rect">
            <a:avLst/>
          </a:prstGeom>
        </p:spPr>
        <p:txBody>
          <a:bodyPr vert="horz" wrap="square" lIns="0" tIns="255270" rIns="0" bIns="0" rtlCol="0">
            <a:spAutoFit/>
          </a:bodyPr>
          <a:lstStyle/>
          <a:p>
            <a:pPr marL="1360170" marR="5080" indent="-1348105">
              <a:lnSpc>
                <a:spcPts val="16200"/>
              </a:lnSpc>
              <a:spcBef>
                <a:spcPts val="2010"/>
              </a:spcBef>
            </a:pPr>
            <a:r>
              <a:rPr sz="15000" spc="305" dirty="0"/>
              <a:t>THANK </a:t>
            </a:r>
            <a:r>
              <a:rPr sz="15000" spc="190" dirty="0"/>
              <a:t>YOU</a:t>
            </a:r>
            <a:endParaRPr sz="1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176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MT</vt:lpstr>
      <vt:lpstr>Calibri</vt:lpstr>
      <vt:lpstr>Tahoma</vt:lpstr>
      <vt:lpstr>Times New Roman</vt:lpstr>
      <vt:lpstr>Verdana</vt:lpstr>
      <vt:lpstr>Wingdings</vt:lpstr>
      <vt:lpstr>Office Theme</vt:lpstr>
      <vt:lpstr>SAVEETHA INSTITUTE OF MEDICAL AND TECHNICAL SCIENCES CHENNAI - 602105</vt:lpstr>
      <vt:lpstr>INTRODUCTION</vt:lpstr>
      <vt:lpstr>Role of AI in Network Traffic Management</vt:lpstr>
      <vt:lpstr>Benefits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STREET LIGHT CONTROL SYSTEM</dc:title>
  <dc:creator>DeLL</dc:creator>
  <cp:lastModifiedBy>Giri !</cp:lastModifiedBy>
  <cp:revision>1</cp:revision>
  <dcterms:created xsi:type="dcterms:W3CDTF">2025-12-11T08:57:40Z</dcterms:created>
  <dcterms:modified xsi:type="dcterms:W3CDTF">2026-07-28T08:32:24Z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2025-12-11T00:00:00Z</vt:filetime>
  </property>
  <property fmtid="{D5CDD505-2E9C-101B-9397-08002B2CF9AE}" pid="5" name="Producer">
    <vt:lpwstr>Microsoft® PowerPoint® for Microsoft 365</vt:lpwstr>
  </property>
</Properties>
</file>